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배경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헤더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4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헤더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83354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37634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3354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37634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헤더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0949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55229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0949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5229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필요성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5675224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558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 헤더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6432" y="1078992"/>
            <a:ext cx="5675224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4"/>
          <p:cNvSpPr/>
          <p:nvPr/>
        </p:nvSpPr>
        <p:spPr>
          <a:xfrm>
            <a:off x="6242152" y="1078992"/>
            <a:ext cx="558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 헤더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2152" y="1527048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6432" y="2286000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2152" y="4069080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6432" y="4828032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491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문장 1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문장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3" name="Text 21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(In Scope)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83354" y="1527048"/>
            <a:ext cx="3624986" cy="491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1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2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외 (Out of Scope)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00949" y="1527048"/>
            <a:ext cx="3624986" cy="491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1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2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33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5675224" cy="5367528"/>
        </p:xfrm>
        <a:graphic>
          <a:graphicData uri="http://schemas.openxmlformats.org/drawingml/2006/table">
            <a:tbl>
              <a:tblPr/>
              <a:tblGrid>
                <a:gridCol w="1554480"/>
                <a:gridCol w="4120744"/>
              </a:tblGrid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제목 (한글)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(English subtitle)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목표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문장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문장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인력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국내: N명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해외: N명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YY년 M월 ~ YY년 M월 (총 N개월)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196432" y="1078992"/>
            <a:ext cx="5675224" cy="536752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6432" y="3579876"/>
            <a:ext cx="567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Overall Architecture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2026-07-14T21:31:46Z</dcterms:created>
  <dcterms:modified xsi:type="dcterms:W3CDTF">2026-07-14T21:31:46Z</dcterms:modified>
</cp:coreProperties>
</file>